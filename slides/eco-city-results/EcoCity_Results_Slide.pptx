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787147dbc34f6e" /><Relationship Type="http://schemas.openxmlformats.org/officeDocument/2006/relationships/extended-properties" Target="/docProps/app.xml" Id="Rc5281ce70ee340a8" /><Relationship Type="http://schemas.openxmlformats.org/officeDocument/2006/relationships/officeDocument" Target="/ppt/presentation.xml" Id="R3b04da9448474c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eea0120e842a3"/>
  </p:sldMasterIdLst>
  <p:notesMasterIdLst>
    <p:notesMasterId xmlns:r="http://schemas.openxmlformats.org/officeDocument/2006/relationships" r:id="Re5dbf181a9924dec"/>
  </p:notesMasterIdLst>
  <p:sldIdLst>
    <p:sldId xmlns:r="http://schemas.openxmlformats.org/officeDocument/2006/relationships" id="256" r:id="Rb07b2ac781ad4c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eea0120e842a3" /><Relationship Type="http://schemas.openxmlformats.org/officeDocument/2006/relationships/theme" Target="/ppt/theme/theme1.xml" Id="R795f5eead2864671" /><Relationship Type="http://schemas.openxmlformats.org/officeDocument/2006/relationships/notesMaster" Target="/ppt/notesMasters/notesMaster1.xml" Id="Re5dbf181a9924dec" /><Relationship Type="http://schemas.openxmlformats.org/officeDocument/2006/relationships/presProps" Target="/ppt/presProps.xml" Id="R24846f9144024565" /><Relationship Type="http://schemas.openxmlformats.org/officeDocument/2006/relationships/viewProps" Target="/ppt/viewProps.xml" Id="R6e6beeb755b94439" /><Relationship Type="http://schemas.openxmlformats.org/officeDocument/2006/relationships/tableStyles" Target="/ppt/tableStyles.xml" Id="R77da43f18ed746e6" /><Relationship Type="http://schemas.openxmlformats.org/officeDocument/2006/relationships/slide" Target="/ppt/slides/slide1.xml" Id="Rb07b2ac781ad4c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3b07f47b6c4d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EcoCity">
  <a:themeElements>
    <a:clrScheme name="EcoCity">
      <a:accent1>
        <a:srgbClr val="059669"/>
      </a:accent1>
      <a:accent2>
        <a:srgbClr val="0D9488"/>
      </a:accent2>
      <a:accent3>
        <a:srgbClr val="CA8A04"/>
      </a:accent3>
      <a:accent4>
        <a:srgbClr val="EA580C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City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3da9b16cd74062" /><Relationship Type="http://schemas.openxmlformats.org/officeDocument/2006/relationships/notesMaster" Target="/ppt/notesMasters/notesMaster1.xml" Id="Rd167d5e06087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fabricated numbers with TensorBoard / ML-Agents stats. Mention reward weights (α, β, γ, δ) if discussing deltas.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beaf24cd04c1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AF0E8AA-A781-4C7C-B514-AF3ED6EF24E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66B96A-E1F2-4619-98C7-582AD7D1D6B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BE3F40-908D-4299-8B5B-15007C210C0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A230DF-0FBB-46F8-9623-C9CBAD580FA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26721E-2977-4E04-937C-70F87472BBB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02ec53dc13b4702" /><Relationship Type="http://schemas.openxmlformats.org/officeDocument/2006/relationships/slideLayout" Target="/ppt/slideLayouts/slideLayout2.xml" Id="R0393ea2766f7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747476-D926-4C6F-A662-D63CCDB41F9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3ea2766f7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46f66404cf4220" /><Relationship Type="http://schemas.openxmlformats.org/officeDocument/2006/relationships/notesSlide" Target="/ppt/notesSlides/notesSlide1.xml" Id="Rdb5f56f5639d47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26721E-2977-4E04-937C-70F87472BB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DA724-F8D2-43B5-972C-D40AAE8A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16FA8-C86C-4490-A467-15CE5C05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Eco-City planner — results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A2E35-08DA-4CD5-80A0-3F65F195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Illustrative training run: mean metrics over 200 evaluation episodes (12×12 grid, PPO).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86C3E-54EE-443F-925E-67658EE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429000" cy="1314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E40B1-77EA-4C93-B010-25AD762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D59B7-A119-4739-9D4B-2C86DF1F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300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0.62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7DAAB-728D-405E-AC50-29704598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Mean episodic return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7198C-8358-4E4A-94F0-E5CE18D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vs. greedy baseline +0.21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A9E93-C632-46A3-82A5-D52F9CC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00200"/>
            <a:ext cx="3429000" cy="1314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A814A-B3B5-4ECE-9E57-69D0B089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002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E86AC-A5B4-4812-846F-31192DD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33550"/>
            <a:ext cx="300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AF29B-C1C3-4B68-A38E-3E4B9352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980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Livability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6A241-360E-448E-AED7-D2BA500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527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arbitrary scale 0–100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C9D39-A04A-485F-AF59-EC40BE45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429000" cy="1314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C5F68-0EB1-42B4-A0DD-92CBCB00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8A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8EAA8-E139-4DCE-A4BA-CD90EC2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33550"/>
            <a:ext cx="300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-18%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5DE90-3A9D-41FA-9D53-F95BC46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00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Pollution vs. greedy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B9FFD-6E99-4AF0-83FD-296ED92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lower is 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9491D-A520-410F-8CDB-03C7539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3314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AC9A8-79D9-4E86-A3F6-10E81C7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Mean episodic return by policy (illustrative)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38200" y="3752850"/>
          <a:ext xmlns:a="http://schemas.openxmlformats.org/drawingml/2006/main" cx="10515600" cy="20955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1047750">
                <a:tc>
                  <a:txBody>
                    <a:bodyPr/>
                    <a:lstStyle/>
                    <a:p>
                      <a:r>
                        <a:rPr/>
                        <a:t>Policy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Random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Greedy pop.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Balanced heur.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PPO (512k)</a:t>
                      </a:r>
                    </a:p>
                  </a:txBody>
                  <a:tcPr marL="91440" marR="91440" marT="45720" marB="45720"/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/>
                        <a:t>Mean return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0.08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0.29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0.41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0.62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BAB81-6338-4C37-B279-612D619E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48450"/>
            <a:ext cx="1047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Figures are fabricated for presentation layout; substitute your own logged means and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987462098"/>
      </p:ext>
    </p:extLst>
  </p:cSld>
</p:sld>
</file>

<file path=ppt/theme/theme1.xml><?xml version="1.0" encoding="utf-8"?>
<a:theme xmlns:a="http://schemas.openxmlformats.org/drawingml/2006/main" name="EcoCity">
  <a:themeElements>
    <a:clrScheme name="EcoCity">
      <a:accent1>
        <a:srgbClr val="059669"/>
      </a:accent1>
      <a:accent2>
        <a:srgbClr val="0D9488"/>
      </a:accent2>
      <a:accent3>
        <a:srgbClr val="CA8A04"/>
      </a:accent3>
      <a:accent4>
        <a:srgbClr val="EA580C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coCity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2026-04-21T21:36:09.8970000Z</dcterms:created>
  <dcterms:modified xsi:type="dcterms:W3CDTF">2026-04-21T21:36:09.8970000Z</dcterms:modified>
</coreProperties>
</file>