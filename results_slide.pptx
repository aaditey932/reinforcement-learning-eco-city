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PPO Agent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828800" cy="246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669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57984" y="566928"/>
            <a:ext cx="1828800" cy="24688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57984" y="5669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41648" y="566928"/>
            <a:ext cx="1828800" cy="24688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41648" y="5669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25312" y="566928"/>
            <a:ext cx="1828800" cy="24688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25312" y="5669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914400"/>
            <a:ext cx="2560320" cy="749808"/>
          </a:xfrm>
          <a:prstGeom prst="rect">
            <a:avLst/>
          </a:prstGeom>
          <a:solidFill>
            <a:srgbClr val="0F1C2E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" y="9509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1208" y="13167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episodic return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" y="14813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0.08 random · 0.29 greedy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560320" cy="749808"/>
          </a:xfrm>
          <a:prstGeom prst="rect">
            <a:avLst/>
          </a:prstGeom>
          <a:solidFill>
            <a:srgbClr val="0F1C2E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9509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91840" y="13167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Livability 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14813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0–100 · 200 eval episodes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62472" y="914400"/>
            <a:ext cx="2560320" cy="749808"/>
          </a:xfrm>
          <a:prstGeom prst="rect">
            <a:avLst/>
          </a:prstGeom>
          <a:solidFill>
            <a:srgbClr val="0F1C2E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62472" y="9509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062472" y="13167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vs greedy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62472" y="14813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1801368"/>
            <a:ext cx="4224528" cy="2697480"/>
          </a:xfrm>
          <a:prstGeom prst="rect">
            <a:avLst/>
          </a:prstGeom>
          <a:solidFill>
            <a:srgbClr val="11182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1801368"/>
            <a:ext cx="422452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80136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Episodic Return by Policy  (200 eval episodes, 12×12 grid)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20939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47088" y="20939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Return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231343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47088" y="2331720"/>
            <a:ext cx="2377440" cy="16459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47088" y="2331720"/>
            <a:ext cx="306766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08718" y="23134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280720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(pop.)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47088" y="2825496"/>
            <a:ext cx="2377440" cy="16459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47088" y="2825496"/>
            <a:ext cx="1112028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3980" y="28072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330098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heur.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47088" y="3319272"/>
            <a:ext cx="2377440" cy="16459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47088" y="3319272"/>
            <a:ext cx="1572178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130" y="33009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37947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(512k steps)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47088" y="3813048"/>
            <a:ext cx="2377440" cy="16459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47088" y="3813048"/>
            <a:ext cx="2377440" cy="1645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9392" y="37947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4288536"/>
            <a:ext cx="4041648" cy="0"/>
          </a:xfrm>
          <a:prstGeom prst="line">
            <a:avLst/>
          </a:prstGeom>
          <a:noFill/>
          <a:ln w="9525">
            <a:solidFill>
              <a:srgbClr val="1E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32511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 (ep_rew_mean, unnormalized)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4489704"/>
          <a:ext cx="4078224" cy="585216"/>
        </p:xfrm>
        <a:graphic>
          <a:graphicData uri="http://schemas.openxmlformats.org/drawingml/2006/table">
            <a:tbl>
              <a:tblPr/>
              <a:tblGrid>
                <a:gridCol w="777240"/>
                <a:gridCol w="1097280"/>
                <a:gridCol w="914400"/>
              </a:tblGrid>
              <a:tr h="1170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ep_rew_mean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expl_var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1170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–6 041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B"/>
                    </a:solidFill>
                  </a:tcPr>
                </a:tc>
              </a:tr>
              <a:tr h="1170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–3 912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</a:tr>
              <a:tr h="1170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–2 604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B"/>
                    </a:solidFill>
                  </a:tcPr>
                </a:tc>
              </a:tr>
              <a:tr h="1170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–1 623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</a:tr>
            </a:tbl>
          </a:graphicData>
        </a:graphic>
      </p:graphicFrame>
      <p:sp>
        <p:nvSpPr>
          <p:cNvPr id="47" name="Shape 44"/>
          <p:cNvSpPr/>
          <p:nvPr/>
        </p:nvSpPr>
        <p:spPr>
          <a:xfrm>
            <a:off x="4645152" y="1801368"/>
            <a:ext cx="4224528" cy="2697480"/>
          </a:xfrm>
          <a:prstGeom prst="rect">
            <a:avLst/>
          </a:prstGeom>
          <a:solidFill>
            <a:srgbClr val="11182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645152" y="1801368"/>
            <a:ext cx="422452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36592" y="180136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Learned Zone Composition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4754880" y="20939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episodic return: </a:t>
            </a:r>
            <a:pPr algn="l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  </a:t>
            </a:r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0.08 random · 0.29 greedy)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754880" y="23225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Livability index: </a:t>
            </a:r>
            <a:pPr algn="l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 </a:t>
            </a:r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 0–100)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4754880" y="25511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vs greedy: </a:t>
            </a:r>
            <a:pPr algn="l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−18 %  </a:t>
            </a:r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is better)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754880" y="27797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explained_variance: </a:t>
            </a:r>
            <a:pPr algn="l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 </a:t>
            </a:r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(critic converged)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754880" y="30083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|supply–demand|: </a:t>
            </a:r>
            <a:pPr algn="l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  </a:t>
            </a:r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(near-balanced grid)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754880" y="32369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Empty-grid episodes: </a:t>
            </a:r>
            <a:pPr algn="l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  </a:t>
            </a:r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(build-bonus solved do-nothing)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736592" y="3520440"/>
            <a:ext cx="4041648" cy="0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736592" y="3547872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Zone Composition  (avg 20 eval episodes)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754880" y="3767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5394960" y="3794760"/>
            <a:ext cx="2286000" cy="14630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394960" y="3794760"/>
            <a:ext cx="2286000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735824" y="37673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4754880" y="4069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5394960" y="4096512"/>
            <a:ext cx="2286000" cy="14630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394960" y="4096512"/>
            <a:ext cx="1479176" cy="1463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929000" y="4069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4754880" y="43708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394960" y="4398264"/>
            <a:ext cx="2286000" cy="14630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394960" y="4398264"/>
            <a:ext cx="941294" cy="1463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391118" y="43708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4754880" y="46725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5394960" y="4700016"/>
            <a:ext cx="2286000" cy="14630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394960" y="4700016"/>
            <a:ext cx="80682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256648" y="46725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4754880" y="49743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5394960" y="5001768"/>
            <a:ext cx="2286000" cy="14630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394960" y="5001768"/>
            <a:ext cx="739588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189412" y="49743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4754880" y="52760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5394960" y="5303520"/>
            <a:ext cx="2286000" cy="14630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394960" y="5303520"/>
            <a:ext cx="470647" cy="14630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920471" y="5276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4754880" y="4645152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co-located adjacent to IND in 78% of episodes</a:t>
            </a:r>
            <a:endParaRPr lang="en-US" sz="750" dirty="0"/>
          </a:p>
        </p:txBody>
      </p:sp>
      <p:sp>
        <p:nvSpPr>
          <p:cNvPr id="83" name="Shape 8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(512k steps) returns 0.62 vs 0.08 random · livability 74/100 · pollution −18% vs greedy · critic expl_var 0.71 · ~20 min on A100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Eco-City RL — Results</dc:title>
  <dc:subject>PptxGenJS Presentation</dc:subject>
  <dc:creator>PptxGenJS</dc:creator>
  <cp:lastModifiedBy>PptxGenJS</cp:lastModifiedBy>
  <cp:revision>1</cp:revision>
  <dcterms:created xsi:type="dcterms:W3CDTF">2026-04-21T21:40:39Z</dcterms:created>
  <dcterms:modified xsi:type="dcterms:W3CDTF">2026-04-21T21:40:39Z</dcterms:modified>
</cp:coreProperties>
</file>